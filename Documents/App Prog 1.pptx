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4ceefe19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4ceefe19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24ceefe19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24ceefe19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4ceefe1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4ceefe1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24ceefe1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24ceefe1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24ceefe19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24ceefe19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825"/>
            <a:ext cx="8520600" cy="46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Noel,Linh,Robel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" name="Google Shape;55;p13"/>
          <p:cNvSpPr txBox="1"/>
          <p:nvPr/>
        </p:nvSpPr>
        <p:spPr>
          <a:xfrm>
            <a:off x="2472600" y="1926975"/>
            <a:ext cx="4198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Pantry-Pal</a:t>
            </a:r>
            <a:endParaRPr b="1" sz="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75" y="489475"/>
            <a:ext cx="2661850" cy="176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-People forget what food they already have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-Items run out unexpectedly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-Expiration dates are often hard to track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-Grocery lists are often unorganized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will be able to add to a list of pantry items/groceries. They will first be ordered in terms of expiration (soonest - latest) then, in the order they were added.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-Items will be placed in different categories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item type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-They will also be asked the quantity of the items added.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-Whilst creating the list users will also be prompted to add when the said item expires.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</a:t>
            </a:r>
            <a:r>
              <a:rPr lang="en"/>
              <a:t>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users have added an item they can check to view if it was properly placed into the list.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-They will be able to output the list along with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each item and its expiration date.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pantry list will display: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-Item name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-Category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-Quantity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-Expiration date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-Items will be displayed in order of the soonest expiration date for items and the order the items were added (if the expiration dates are the same).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Expired items are flagged or highlighted for the user and will notify them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user will then have the choice of destroying or replacing that said item (essentially just adding another item or deleting it).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user takes an item off the list, the list will delete that item.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-Items are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permanently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removed from the local database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
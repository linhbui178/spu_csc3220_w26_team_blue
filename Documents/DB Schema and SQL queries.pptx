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960a2fda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960a2fda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960a2fda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960a2fda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960a2fda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960a2fda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960a2fda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960a2fda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960a2fda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960a2fda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960a2fda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960a2fda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960a2fdae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960a2fdae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960a2fda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960a2fda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960a2fda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960a2fda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76A5A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616000"/>
            <a:ext cx="8520600" cy="118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5300">
                <a:latin typeface="Times New Roman"/>
                <a:ea typeface="Times New Roman"/>
                <a:cs typeface="Times New Roman"/>
                <a:sym typeface="Times New Roman"/>
              </a:rPr>
              <a:t>Pantry Pal</a:t>
            </a:r>
            <a:endParaRPr i="1" sz="5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 schema and SQL queries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64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DDL</a:t>
            </a:r>
            <a:endParaRPr b="1" sz="3020"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5638" y="2829163"/>
            <a:ext cx="2657475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8500" y="1590063"/>
            <a:ext cx="257175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970288" y="1036775"/>
            <a:ext cx="1108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800925" y="2346475"/>
            <a:ext cx="1446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125" y="2849026"/>
            <a:ext cx="7905750" cy="18654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017900" y="235825"/>
            <a:ext cx="1108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848550" y="2330400"/>
            <a:ext cx="1446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2200" y="862475"/>
            <a:ext cx="4419600" cy="13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950" y="3054750"/>
            <a:ext cx="8122100" cy="17935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4021350" y="329900"/>
            <a:ext cx="11013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3828150" y="2495550"/>
            <a:ext cx="1487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3638" y="938213"/>
            <a:ext cx="4276725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162" y="3093775"/>
            <a:ext cx="6357651" cy="18929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3988788" y="0"/>
            <a:ext cx="11664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3856051" y="2656150"/>
            <a:ext cx="143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9138" y="497425"/>
            <a:ext cx="4365724" cy="224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/>
        </p:nvSpPr>
        <p:spPr>
          <a:xfrm>
            <a:off x="4078225" y="123700"/>
            <a:ext cx="9876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3828750" y="2473675"/>
            <a:ext cx="14865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B1C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endParaRPr sz="2500">
              <a:solidFill>
                <a:srgbClr val="3B1C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7713" y="2936825"/>
            <a:ext cx="6348625" cy="200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6450" y="700300"/>
            <a:ext cx="3771112" cy="16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DML</a:t>
            </a:r>
            <a:endParaRPr b="1" sz="3020"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CREATE:</a:t>
            </a:r>
            <a:endParaRPr b="1" i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  <p:pic>
        <p:nvPicPr>
          <p:cNvPr id="103" name="Google Shape;103;p19" title="Screenshot 2026-02-19 at 9.12.2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0226" y="1017725"/>
            <a:ext cx="6780624" cy="78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342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chemeClr val="dk1"/>
                </a:solidFill>
              </a:rPr>
              <a:t>READ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Query:</a:t>
            </a:r>
            <a:endParaRPr b="1" i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b="1" i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7925" y="2501950"/>
            <a:ext cx="424815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 title="Screenshot 2026-02-19 at 9.15.4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0350" y="773450"/>
            <a:ext cx="3543300" cy="9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324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</a:rPr>
              <a:t>UPDATE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Query:</a:t>
            </a:r>
            <a:endParaRPr b="1" i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Updated Table:</a:t>
            </a:r>
            <a:endParaRPr b="1" i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6325" y="2571738"/>
            <a:ext cx="4267200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Screenshot 2026-02-19 at 9.13.05 PM.png"/>
          <p:cNvPicPr preferRelativeResize="0"/>
          <p:nvPr/>
        </p:nvPicPr>
        <p:blipFill rotWithShape="1">
          <a:blip r:embed="rId4">
            <a:alphaModFix/>
          </a:blip>
          <a:srcRect b="0" l="0" r="43275" t="12464"/>
          <a:stretch/>
        </p:blipFill>
        <p:spPr>
          <a:xfrm>
            <a:off x="3806313" y="862525"/>
            <a:ext cx="4093676" cy="87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344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chemeClr val="dk1"/>
                </a:solidFill>
              </a:rPr>
              <a:t>DELETE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Query:</a:t>
            </a:r>
            <a:endParaRPr b="1" i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Updated Table</a:t>
            </a:r>
            <a:r>
              <a:rPr b="1" i="1"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i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3175" y="2432775"/>
            <a:ext cx="4257675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 title="Screenshot 2026-02-19 at 9.17.13 PM.png"/>
          <p:cNvPicPr preferRelativeResize="0"/>
          <p:nvPr/>
        </p:nvPicPr>
        <p:blipFill rotWithShape="1">
          <a:blip r:embed="rId4">
            <a:alphaModFix/>
          </a:blip>
          <a:srcRect b="0" l="0" r="0" t="10674"/>
          <a:stretch/>
        </p:blipFill>
        <p:spPr>
          <a:xfrm>
            <a:off x="2752725" y="921075"/>
            <a:ext cx="3638550" cy="85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
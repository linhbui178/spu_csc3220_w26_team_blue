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59885bb1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59885bb1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59885bb1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59885bb1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59885bb1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c59885bb1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59885bb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59885bb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59885bb1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59885bb1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59885bb1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59885bb1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59885bb1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59885bb1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59885bb1c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59885bb1c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59885bb1c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59885bb1c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59885bb1c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59885bb1c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5818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Pantry Pal</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644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358"/>
              <a:buNone/>
            </a:pPr>
            <a:r>
              <a:rPr lang="en" sz="1800">
                <a:solidFill>
                  <a:schemeClr val="dk1"/>
                </a:solidFill>
                <a:latin typeface="Times New Roman"/>
                <a:ea typeface="Times New Roman"/>
                <a:cs typeface="Times New Roman"/>
                <a:sym typeface="Times New Roman"/>
              </a:rPr>
              <a:t>-Team Blue-</a:t>
            </a:r>
            <a:endParaRPr sz="1800">
              <a:solidFill>
                <a:schemeClr val="dk1"/>
              </a:solidFill>
              <a:latin typeface="Times New Roman"/>
              <a:ea typeface="Times New Roman"/>
              <a:cs typeface="Times New Roman"/>
              <a:sym typeface="Times New Roman"/>
            </a:endParaRPr>
          </a:p>
          <a:p>
            <a:pPr indent="0" lvl="0" marL="457200" rtl="0" algn="ctr">
              <a:lnSpc>
                <a:spcPct val="150000"/>
              </a:lnSpc>
              <a:spcBef>
                <a:spcPts val="0"/>
              </a:spcBef>
              <a:spcAft>
                <a:spcPts val="0"/>
              </a:spcAft>
              <a:buSzPts val="1100"/>
              <a:buNone/>
            </a:pPr>
            <a:r>
              <a:rPr lang="en" sz="1800">
                <a:solidFill>
                  <a:schemeClr val="dk1"/>
                </a:solidFill>
                <a:latin typeface="Times New Roman"/>
                <a:ea typeface="Times New Roman"/>
                <a:cs typeface="Times New Roman"/>
                <a:sym typeface="Times New Roman"/>
              </a:rPr>
              <a:t>Team Members: Noel Mehari, Robel Arega, Linh Bui</a:t>
            </a:r>
            <a:endParaRPr sz="1800">
              <a:solidFill>
                <a:schemeClr val="dk1"/>
              </a:solidFill>
            </a:endParaRPr>
          </a:p>
          <a:p>
            <a:pPr indent="0" lvl="0" marL="0" rtl="0" algn="ctr">
              <a:lnSpc>
                <a:spcPct val="90000"/>
              </a:lnSpc>
              <a:spcBef>
                <a:spcPts val="1200"/>
              </a:spcBef>
              <a:spcAft>
                <a:spcPts val="0"/>
              </a:spcAft>
              <a:buSzPts val="358"/>
              <a:buNone/>
            </a:pPr>
            <a:r>
              <a:t/>
            </a:r>
            <a:endParaRPr sz="1800">
              <a:solidFill>
                <a:schemeClr val="dk1"/>
              </a:solidFill>
              <a:latin typeface="Times New Roman"/>
              <a:ea typeface="Times New Roman"/>
              <a:cs typeface="Times New Roman"/>
              <a:sym typeface="Times New Roman"/>
            </a:endParaRPr>
          </a:p>
        </p:txBody>
      </p:sp>
      <p:pic>
        <p:nvPicPr>
          <p:cNvPr id="56" name="Google Shape;56;p13"/>
          <p:cNvPicPr preferRelativeResize="0"/>
          <p:nvPr/>
        </p:nvPicPr>
        <p:blipFill>
          <a:blip r:embed="rId3">
            <a:alphaModFix/>
          </a:blip>
          <a:stretch>
            <a:fillRect/>
          </a:stretch>
        </p:blipFill>
        <p:spPr>
          <a:xfrm>
            <a:off x="0" y="0"/>
            <a:ext cx="3281600" cy="328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 Purpose</a:t>
            </a:r>
            <a:endParaRPr/>
          </a:p>
        </p:txBody>
      </p:sp>
      <p:sp>
        <p:nvSpPr>
          <p:cNvPr id="62" name="Google Shape;62;p14"/>
          <p:cNvSpPr txBox="1"/>
          <p:nvPr>
            <p:ph idx="1" type="body"/>
          </p:nvPr>
        </p:nvSpPr>
        <p:spPr>
          <a:xfrm>
            <a:off x="0" y="572700"/>
            <a:ext cx="9144000" cy="4570800"/>
          </a:xfrm>
          <a:prstGeom prst="rect">
            <a:avLst/>
          </a:prstGeom>
        </p:spPr>
        <p:txBody>
          <a:bodyPr anchorCtr="0" anchor="t" bIns="91425" lIns="91425" spcFirstLastPara="1" rIns="91425" wrap="square" tIns="91425">
            <a:noAutofit/>
          </a:bodyPr>
          <a:lstStyle/>
          <a:p>
            <a:pPr indent="-323850" lvl="0" marL="457200" rtl="0" algn="l">
              <a:lnSpc>
                <a:spcPct val="95000"/>
              </a:lnSpc>
              <a:spcBef>
                <a:spcPts val="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Problem</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-People forget what food they already have.</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-Items run out unexpectedly.</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-Expiration dates are often hard to track.</a:t>
            </a:r>
            <a:endParaRPr sz="1500">
              <a:solidFill>
                <a:schemeClr val="dk1"/>
              </a:solidFill>
              <a:latin typeface="Times New Roman"/>
              <a:ea typeface="Times New Roman"/>
              <a:cs typeface="Times New Roman"/>
              <a:sym typeface="Times New Roman"/>
            </a:endParaRPr>
          </a:p>
          <a:p>
            <a:pPr indent="0" lvl="0" marL="457200" rtl="0" algn="l">
              <a:lnSpc>
                <a:spcPct val="150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-Grocery lists are often unorganized and an in</a:t>
            </a:r>
            <a:r>
              <a:rPr lang="en" sz="1500">
                <a:solidFill>
                  <a:schemeClr val="dk1"/>
                </a:solidFill>
                <a:latin typeface="Times New Roman"/>
                <a:ea typeface="Times New Roman"/>
                <a:cs typeface="Times New Roman"/>
                <a:sym typeface="Times New Roman"/>
              </a:rPr>
              <a:t>convenience.</a:t>
            </a:r>
            <a:endParaRPr sz="1500">
              <a:solidFill>
                <a:schemeClr val="dk1"/>
              </a:solidFill>
              <a:latin typeface="Times New Roman"/>
              <a:ea typeface="Times New Roman"/>
              <a:cs typeface="Times New Roman"/>
              <a:sym typeface="Times New Roman"/>
            </a:endParaRPr>
          </a:p>
          <a:p>
            <a:pPr indent="-323850" lvl="0" marL="457200" rtl="0" algn="l">
              <a:lnSpc>
                <a:spcPct val="150000"/>
              </a:lnSpc>
              <a:spcBef>
                <a:spcPts val="1200"/>
              </a:spcBef>
              <a:spcAft>
                <a:spcPts val="0"/>
              </a:spcAft>
              <a:buClr>
                <a:schemeClr val="dk1"/>
              </a:buClr>
              <a:buSzPts val="1500"/>
              <a:buFont typeface="Times New Roman"/>
              <a:buAutoNum type="arabicPeriod"/>
            </a:pPr>
            <a:r>
              <a:rPr lang="en" sz="1500">
                <a:solidFill>
                  <a:schemeClr val="dk1"/>
                </a:solidFill>
                <a:latin typeface="Times New Roman"/>
                <a:ea typeface="Times New Roman"/>
                <a:cs typeface="Times New Roman"/>
                <a:sym typeface="Times New Roman"/>
              </a:rPr>
              <a:t>Relevance</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rPr lang="en" sz="1500">
                <a:solidFill>
                  <a:schemeClr val="dk1"/>
                </a:solidFill>
                <a:latin typeface="Times New Roman"/>
                <a:ea typeface="Times New Roman"/>
                <a:cs typeface="Times New Roman"/>
                <a:sym typeface="Times New Roman"/>
              </a:rPr>
              <a:t>-Accidentally buying duplicates of items you already own hurts the wallet.</a:t>
            </a:r>
            <a:endParaRPr sz="1500">
              <a:solidFill>
                <a:schemeClr val="dk1"/>
              </a:solidFill>
              <a:latin typeface="Times New Roman"/>
              <a:ea typeface="Times New Roman"/>
              <a:cs typeface="Times New Roman"/>
              <a:sym typeface="Times New Roman"/>
            </a:endParaRPr>
          </a:p>
          <a:p>
            <a:pPr indent="0" lvl="0" marL="457200" rtl="0" algn="l">
              <a:lnSpc>
                <a:spcPct val="150000"/>
              </a:lnSpc>
              <a:spcBef>
                <a:spcPts val="1200"/>
              </a:spcBef>
              <a:spcAft>
                <a:spcPts val="0"/>
              </a:spcAft>
              <a:buNone/>
            </a:pPr>
            <a:r>
              <a:rPr lang="en" sz="1500">
                <a:solidFill>
                  <a:schemeClr val="dk1"/>
                </a:solidFill>
                <a:latin typeface="Times New Roman"/>
                <a:ea typeface="Times New Roman"/>
                <a:cs typeface="Times New Roman"/>
                <a:sym typeface="Times New Roman"/>
              </a:rPr>
              <a:t>- Keeping track of expiration dates becomes a hassle often demotivating people to do it </a:t>
            </a:r>
            <a:r>
              <a:rPr lang="en" sz="1500">
                <a:solidFill>
                  <a:schemeClr val="dk1"/>
                </a:solidFill>
                <a:latin typeface="Times New Roman"/>
                <a:ea typeface="Times New Roman"/>
                <a:cs typeface="Times New Roman"/>
                <a:sym typeface="Times New Roman"/>
              </a:rPr>
              <a:t>consistently.</a:t>
            </a:r>
            <a:endParaRPr sz="15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3.	Solutions</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	- </a:t>
            </a:r>
            <a:r>
              <a:rPr lang="en" sz="1500">
                <a:solidFill>
                  <a:schemeClr val="dk1"/>
                </a:solidFill>
                <a:latin typeface="Times New Roman"/>
                <a:ea typeface="Times New Roman"/>
                <a:cs typeface="Times New Roman"/>
                <a:sym typeface="Times New Roman"/>
              </a:rPr>
              <a:t>With the PantryPal users will be able to remotely track their items. </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	- Users will be </a:t>
            </a:r>
            <a:r>
              <a:rPr lang="en" sz="1500">
                <a:solidFill>
                  <a:schemeClr val="dk1"/>
                </a:solidFill>
                <a:latin typeface="Times New Roman"/>
                <a:ea typeface="Times New Roman"/>
                <a:cs typeface="Times New Roman"/>
                <a:sym typeface="Times New Roman"/>
              </a:rPr>
              <a:t>notified</a:t>
            </a:r>
            <a:r>
              <a:rPr lang="en" sz="1500">
                <a:solidFill>
                  <a:schemeClr val="dk1"/>
                </a:solidFill>
                <a:latin typeface="Times New Roman"/>
                <a:ea typeface="Times New Roman"/>
                <a:cs typeface="Times New Roman"/>
                <a:sym typeface="Times New Roman"/>
              </a:rPr>
              <a:t> when an item is close within its expiration date.</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rPr lang="en"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935"/>
              <a:buNone/>
            </a:pPr>
            <a:r>
              <a:t/>
            </a:r>
            <a:endParaRPr sz="15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1200"/>
              </a:spcAft>
              <a:buSzPts val="935"/>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 Overview</a:t>
            </a:r>
            <a:endParaRPr/>
          </a:p>
        </p:txBody>
      </p:sp>
      <p:sp>
        <p:nvSpPr>
          <p:cNvPr id="68" name="Google Shape;68;p15"/>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App Description:</a:t>
            </a:r>
            <a:r>
              <a:rPr lang="en"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000">
                <a:solidFill>
                  <a:schemeClr val="dk1"/>
                </a:solidFill>
                <a:latin typeface="Times New Roman"/>
                <a:ea typeface="Times New Roman"/>
                <a:cs typeface="Times New Roman"/>
                <a:sym typeface="Times New Roman"/>
              </a:rPr>
              <a:t>Pantry Pal is a single</a:t>
            </a:r>
            <a:r>
              <a:rPr lang="en" sz="2000">
                <a:solidFill>
                  <a:schemeClr val="dk1"/>
                </a:solidFill>
                <a:latin typeface="Times New Roman"/>
                <a:ea typeface="Times New Roman"/>
                <a:cs typeface="Times New Roman"/>
                <a:sym typeface="Times New Roman"/>
              </a:rPr>
              <a:t> user offline desktop application designed to help users manage pantry items. The application allows users to store information about food items they have at home, including quantity, description, category, and expiration date. All data is stored locally in a relational database and the application focuses on providing simple and reliable CRUD functionality without requiring internet access.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sz="2000">
                <a:solidFill>
                  <a:schemeClr val="dk1"/>
                </a:solidFill>
                <a:latin typeface="Times New Roman"/>
                <a:ea typeface="Times New Roman"/>
                <a:cs typeface="Times New Roman"/>
                <a:sym typeface="Times New Roman"/>
              </a:rPr>
              <a:t>Target audience includes but isn’t limited to: Users living on their own, Users in charge of family groceries, nannies or babysitters, etc.</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MVP features and functionality</a:t>
            </a:r>
            <a:endParaRPr/>
          </a:p>
        </p:txBody>
      </p:sp>
      <p:sp>
        <p:nvSpPr>
          <p:cNvPr id="74" name="Google Shape;74;p16"/>
          <p:cNvSpPr txBox="1"/>
          <p:nvPr>
            <p:ph idx="1" type="body"/>
          </p:nvPr>
        </p:nvSpPr>
        <p:spPr>
          <a:xfrm>
            <a:off x="311700" y="1152475"/>
            <a:ext cx="85206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Times New Roman"/>
                <a:ea typeface="Times New Roman"/>
                <a:cs typeface="Times New Roman"/>
                <a:sym typeface="Times New Roman"/>
              </a:rPr>
              <a:t>● Create: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-Add pantry items with name, category, quantity, description and expiration date.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-Items are saved to a local relational database.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-Items are sorted by soonest expiration date, then by order added.</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 Retrieve: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-View the full pantry list at any time.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-Display item name, category, quantity, </a:t>
            </a:r>
            <a:r>
              <a:rPr lang="en" sz="1900">
                <a:solidFill>
                  <a:schemeClr val="dk1"/>
                </a:solidFill>
                <a:latin typeface="Times New Roman"/>
                <a:ea typeface="Times New Roman"/>
                <a:cs typeface="Times New Roman"/>
                <a:sym typeface="Times New Roman"/>
              </a:rPr>
              <a:t>description</a:t>
            </a:r>
            <a:r>
              <a:rPr lang="en" sz="1900">
                <a:solidFill>
                  <a:schemeClr val="dk1"/>
                </a:solidFill>
                <a:latin typeface="Times New Roman"/>
                <a:ea typeface="Times New Roman"/>
                <a:cs typeface="Times New Roman"/>
                <a:sym typeface="Times New Roman"/>
              </a:rPr>
              <a:t> and expiration date.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chemeClr val="dk1"/>
                </a:solidFill>
                <a:latin typeface="Times New Roman"/>
                <a:ea typeface="Times New Roman"/>
                <a:cs typeface="Times New Roman"/>
                <a:sym typeface="Times New Roman"/>
              </a:rPr>
              <a:t>-Confirm items were properly added to the database. </a:t>
            </a:r>
            <a:endParaRPr sz="19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Key MVP features and functionality</a:t>
            </a:r>
            <a:endParaRPr/>
          </a:p>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 Update: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000">
                <a:solidFill>
                  <a:schemeClr val="dk1"/>
                </a:solidFill>
                <a:latin typeface="Times New Roman"/>
                <a:ea typeface="Times New Roman"/>
                <a:cs typeface="Times New Roman"/>
                <a:sym typeface="Times New Roman"/>
              </a:rPr>
              <a:t>-Update item information.</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-Automatically identify and notify users of expired items.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000">
                <a:solidFill>
                  <a:schemeClr val="dk1"/>
                </a:solidFill>
                <a:latin typeface="Times New Roman"/>
                <a:ea typeface="Times New Roman"/>
                <a:cs typeface="Times New Roman"/>
                <a:sym typeface="Times New Roman"/>
              </a:rPr>
              <a:t>● Delete:</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000">
                <a:solidFill>
                  <a:schemeClr val="dk1"/>
                </a:solidFill>
                <a:latin typeface="Times New Roman"/>
                <a:ea typeface="Times New Roman"/>
                <a:cs typeface="Times New Roman"/>
                <a:sym typeface="Times New Roman"/>
              </a:rPr>
              <a:t>-Delete expired or unwanted pantry items.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1200"/>
              </a:spcAft>
              <a:buClr>
                <a:schemeClr val="dk1"/>
              </a:buClr>
              <a:buSzPts val="1100"/>
              <a:buFont typeface="Arial"/>
              <a:buNone/>
            </a:pPr>
            <a:r>
              <a:rPr lang="en" sz="2000">
                <a:solidFill>
                  <a:schemeClr val="dk1"/>
                </a:solidFill>
                <a:latin typeface="Times New Roman"/>
                <a:ea typeface="Times New Roman"/>
                <a:cs typeface="Times New Roman"/>
                <a:sym typeface="Times New Roman"/>
              </a:rPr>
              <a:t>-Permanently remove items from the database.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 stack and tools used</a:t>
            </a:r>
            <a:endParaRPr/>
          </a:p>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-Clion</a:t>
            </a:r>
            <a:endParaRPr>
              <a:solidFill>
                <a:schemeClr val="dk1"/>
              </a:solidFill>
            </a:endParaRPr>
          </a:p>
          <a:p>
            <a:pPr indent="0" lvl="0" marL="0" rtl="0" algn="l">
              <a:spcBef>
                <a:spcPts val="1200"/>
              </a:spcBef>
              <a:spcAft>
                <a:spcPts val="0"/>
              </a:spcAft>
              <a:buNone/>
            </a:pPr>
            <a:r>
              <a:rPr lang="en">
                <a:solidFill>
                  <a:schemeClr val="dk1"/>
                </a:solidFill>
              </a:rPr>
              <a:t>-MySQL</a:t>
            </a:r>
            <a:endParaRPr>
              <a:solidFill>
                <a:schemeClr val="dk1"/>
              </a:solidFill>
            </a:endParaRPr>
          </a:p>
          <a:p>
            <a:pPr indent="0" lvl="0" marL="0" rtl="0" algn="l">
              <a:spcBef>
                <a:spcPts val="1200"/>
              </a:spcBef>
              <a:spcAft>
                <a:spcPts val="1200"/>
              </a:spcAft>
              <a:buNone/>
            </a:pPr>
            <a:r>
              <a:rPr lang="en">
                <a:solidFill>
                  <a:schemeClr val="dk1"/>
                </a:solidFill>
              </a:rPr>
              <a:t>-GitHub</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2285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Product Demo</a:t>
            </a:r>
            <a:endParaRPr sz="4800"/>
          </a:p>
          <a:p>
            <a:pPr indent="0" lvl="0" marL="0" rtl="0" algn="l">
              <a:spcBef>
                <a:spcPts val="0"/>
              </a:spcBef>
              <a:spcAft>
                <a:spcPts val="0"/>
              </a:spcAft>
              <a:buNone/>
            </a:pPr>
            <a:r>
              <a:t/>
            </a:r>
            <a:endParaRPr sz="4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8" name="Google Shape;98;p2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4" name="Google Shape;104;p21" title="Final Pantry Pal Wirefram and Navigation Diagram.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Wireframes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Team dynamics and health</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11" name="Google Shape;111;p22"/>
          <p:cNvSpPr txBox="1"/>
          <p:nvPr>
            <p:ph idx="1" type="body"/>
          </p:nvPr>
        </p:nvSpPr>
        <p:spPr>
          <a:xfrm>
            <a:off x="0" y="572700"/>
            <a:ext cx="9144000" cy="4570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How your team worked together: </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chemeClr val="dk1"/>
                </a:solidFill>
                <a:latin typeface="Times New Roman"/>
                <a:ea typeface="Times New Roman"/>
                <a:cs typeface="Times New Roman"/>
                <a:sym typeface="Times New Roman"/>
              </a:rPr>
              <a:t>We used Github to share our work and kept in constant communication via text messages or email, which made building the project very </a:t>
            </a:r>
            <a:r>
              <a:rPr lang="en">
                <a:solidFill>
                  <a:schemeClr val="dk1"/>
                </a:solidFill>
                <a:latin typeface="Times New Roman"/>
                <a:ea typeface="Times New Roman"/>
                <a:cs typeface="Times New Roman"/>
                <a:sym typeface="Times New Roman"/>
              </a:rPr>
              <a:t>efficient</a:t>
            </a:r>
            <a:r>
              <a:rPr lang="en">
                <a:solidFill>
                  <a:schemeClr val="dk1"/>
                </a:solidFill>
                <a:latin typeface="Times New Roman"/>
                <a:ea typeface="Times New Roman"/>
                <a:cs typeface="Times New Roman"/>
                <a:sym typeface="Times New Roman"/>
              </a:rPr>
              <a:t> and straightforward.</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Two challenges your team overcame:</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chemeClr val="dk1"/>
                </a:solidFill>
                <a:latin typeface="Times New Roman"/>
                <a:ea typeface="Times New Roman"/>
                <a:cs typeface="Times New Roman"/>
                <a:sym typeface="Times New Roman"/>
              </a:rPr>
              <a:t>- Different schedules</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chemeClr val="dk1"/>
                </a:solidFill>
                <a:latin typeface="Times New Roman"/>
                <a:ea typeface="Times New Roman"/>
                <a:cs typeface="Times New Roman"/>
                <a:sym typeface="Times New Roman"/>
              </a:rPr>
              <a:t>- Figuring out how to configure C++ with the MySQL database.</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At least two team learnings:</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a:solidFill>
                  <a:schemeClr val="dk1"/>
                </a:solidFill>
                <a:latin typeface="Times New Roman"/>
                <a:ea typeface="Times New Roman"/>
                <a:cs typeface="Times New Roman"/>
                <a:sym typeface="Times New Roman"/>
              </a:rPr>
              <a:t>- Learning MySQL for the first time.</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rPr lang="en">
                <a:solidFill>
                  <a:schemeClr val="dk1"/>
                </a:solidFill>
                <a:latin typeface="Times New Roman"/>
                <a:ea typeface="Times New Roman"/>
                <a:cs typeface="Times New Roman"/>
                <a:sym typeface="Times New Roman"/>
              </a:rPr>
              <a:t>- </a:t>
            </a:r>
            <a:r>
              <a:rPr lang="en">
                <a:solidFill>
                  <a:schemeClr val="dk1"/>
                </a:solidFill>
                <a:latin typeface="Times New Roman"/>
                <a:ea typeface="Times New Roman"/>
                <a:cs typeface="Times New Roman"/>
                <a:sym typeface="Times New Roman"/>
              </a:rPr>
              <a:t>Learning the process of App development (ERD, Wireframe, etc).</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0" y="0"/>
            <a:ext cx="2932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Takeaways</a:t>
            </a:r>
            <a:endParaRPr/>
          </a:p>
        </p:txBody>
      </p:sp>
      <p:sp>
        <p:nvSpPr>
          <p:cNvPr id="117" name="Google Shape;117;p23"/>
          <p:cNvSpPr txBox="1"/>
          <p:nvPr>
            <p:ph idx="1" type="body"/>
          </p:nvPr>
        </p:nvSpPr>
        <p:spPr>
          <a:xfrm>
            <a:off x="0" y="572700"/>
            <a:ext cx="9144000" cy="45708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t/>
            </a:r>
            <a:endParaRPr sz="1200">
              <a:solidFill>
                <a:srgbClr val="3B1C1F"/>
              </a:solidFill>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Noel: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1. Something that I struggled with at first was learning MySQL.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2. Something that I </a:t>
            </a:r>
            <a:r>
              <a:rPr lang="en">
                <a:solidFill>
                  <a:schemeClr val="dk1"/>
                </a:solidFill>
                <a:latin typeface="Times New Roman"/>
                <a:ea typeface="Times New Roman"/>
                <a:cs typeface="Times New Roman"/>
                <a:sym typeface="Times New Roman"/>
              </a:rPr>
              <a:t>enjoyed</a:t>
            </a:r>
            <a:r>
              <a:rPr lang="en">
                <a:solidFill>
                  <a:schemeClr val="dk1"/>
                </a:solidFill>
                <a:latin typeface="Times New Roman"/>
                <a:ea typeface="Times New Roman"/>
                <a:cs typeface="Times New Roman"/>
                <a:sym typeface="Times New Roman"/>
              </a:rPr>
              <a:t> learning was the App development process altogether.</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3. Something that I will </a:t>
            </a:r>
            <a:r>
              <a:rPr lang="en">
                <a:solidFill>
                  <a:schemeClr val="dk1"/>
                </a:solidFill>
                <a:latin typeface="Times New Roman"/>
                <a:ea typeface="Times New Roman"/>
                <a:cs typeface="Times New Roman"/>
                <a:sym typeface="Times New Roman"/>
              </a:rPr>
              <a:t>definitely</a:t>
            </a:r>
            <a:r>
              <a:rPr lang="en">
                <a:solidFill>
                  <a:schemeClr val="dk1"/>
                </a:solidFill>
                <a:latin typeface="Times New Roman"/>
                <a:ea typeface="Times New Roman"/>
                <a:cs typeface="Times New Roman"/>
                <a:sym typeface="Times New Roman"/>
              </a:rPr>
              <a:t> apply in future work is the ERD.</a:t>
            </a:r>
            <a:endParaRPr>
              <a:solidFill>
                <a:schemeClr val="dk1"/>
              </a:solidFill>
              <a:latin typeface="Times New Roman"/>
              <a:ea typeface="Times New Roman"/>
              <a:cs typeface="Times New Roman"/>
              <a:sym typeface="Times New Roman"/>
            </a:endParaRPr>
          </a:p>
          <a:p>
            <a:pPr indent="-342900" lvl="0" marL="457200" rtl="0" algn="l">
              <a:lnSpc>
                <a:spcPct val="115000"/>
              </a:lnSpc>
              <a:spcBef>
                <a:spcPts val="10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Robel:</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1. </a:t>
            </a:r>
            <a:r>
              <a:rPr lang="en">
                <a:solidFill>
                  <a:schemeClr val="dk1"/>
                </a:solidFill>
                <a:latin typeface="Times New Roman"/>
                <a:ea typeface="Times New Roman"/>
                <a:cs typeface="Times New Roman"/>
                <a:sym typeface="Times New Roman"/>
              </a:rPr>
              <a:t>Something i struggled with was the process of learning how to use MYSQL</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2. Something i liked learning was how intricate app development can be and how important detail is.</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3. Something i hope to apply in the future is the ERD and Mood board.</a:t>
            </a:r>
            <a:endParaRPr>
              <a:solidFill>
                <a:schemeClr val="dk1"/>
              </a:solidFill>
              <a:latin typeface="Times New Roman"/>
              <a:ea typeface="Times New Roman"/>
              <a:cs typeface="Times New Roman"/>
              <a:sym typeface="Times New Roman"/>
            </a:endParaRPr>
          </a:p>
          <a:p>
            <a:pPr indent="-342900" lvl="0" marL="457200" rtl="0" algn="l">
              <a:lnSpc>
                <a:spcPct val="115000"/>
              </a:lnSpc>
              <a:spcBef>
                <a:spcPts val="10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Linh:</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1. Something that I struggled with was connecting Clion to MySQL.</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2. Some that surprised me is how important clear communication is.</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3. Some that I will apply in future work is moodboard.</a:t>
            </a:r>
            <a:endParaRPr>
              <a:solidFill>
                <a:schemeClr val="dk1"/>
              </a:solidFill>
              <a:latin typeface="Times New Roman"/>
              <a:ea typeface="Times New Roman"/>
              <a:cs typeface="Times New Roman"/>
              <a:sym typeface="Times New Roman"/>
            </a:endParaRPr>
          </a:p>
        </p:txBody>
      </p:sp>
      <p:sp>
        <p:nvSpPr>
          <p:cNvPr id="118" name="Google Shape;118;p23"/>
          <p:cNvSpPr txBox="1"/>
          <p:nvPr/>
        </p:nvSpPr>
        <p:spPr>
          <a:xfrm>
            <a:off x="5621350" y="218800"/>
            <a:ext cx="1777500" cy="6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